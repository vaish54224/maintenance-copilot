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Problem</a:t>
            </a:r>
          </a:p>
          <a:p>
            <a:r>
              <a:t>**Factories have data, not decisions**</a:t>
            </a:r>
          </a:p>
          <a:p>
            <a:r>
              <a:t>- Fixed-threshold alarms fire when a machine is already close to failure</a:t>
            </a:r>
          </a:p>
          <a:p>
            <a:r>
              <a:t>- Technicians search manuals and old work orders by hand</a:t>
            </a:r>
          </a:p>
          <a:p>
            <a:r>
              <a:t>- Unplanned downtime costs thousands of dollars per hour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2. User</a:t>
            </a:r>
          </a:p>
          <a:p>
            <a:r>
              <a:t>**Maintenance engineers and shift supervisors**</a:t>
            </a:r>
          </a:p>
          <a:p>
            <a:r>
              <a:t>- Need: know early, know why, know what to do safely</a:t>
            </a:r>
          </a:p>
          <a:p>
            <a:r>
              <a:t>- Today: alarms, spreadsheets, PDF manuals, tribal 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 Solution</a:t>
            </a:r>
          </a:p>
          <a:p>
            <a:r>
              <a:t>**Maintenance Copilot**</a:t>
            </a:r>
          </a:p>
          <a:p>
            <a:r>
              <a:t>- Drift detection against each machine's own baseline</a:t>
            </a:r>
          </a:p>
          <a:p>
            <a:r>
              <a:t>- Grounded diagnosis: cause, confidence, urgency, action, safety note, sources</a:t>
            </a:r>
          </a:p>
          <a:p>
            <a:r>
              <a:t>- Technician chat over the manual and maintenance log</a:t>
            </a:r>
          </a:p>
          <a:p>
            <a:r>
              <a:t>- Human-review flag when the model is unsure or urgency is high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4. Live demo</a:t>
            </a:r>
          </a:p>
          <a:p>
            <a:r>
              <a:t>**M3-Pump bearing fault** (screenshot: `docs/home.jpg`)</a:t>
            </a:r>
          </a:p>
          <a:p>
            <a:r>
              <a:t>- Fleet cards: M3-Pump flagged red; chart shows "AI flags drift" 39 h before "Fixed alarm fires"</a:t>
            </a:r>
          </a:p>
          <a:p>
            <a:r>
              <a:t>- One click: AMD model returns a cited diagnosis with urgency, confidence and a safety callout (`docs/diagnosis.jpg`)</a:t>
            </a:r>
          </a:p>
          <a:p>
            <a:r>
              <a:t>- Ask: "How do I replace the drive-end bearing safely?" with source chips (`docs/chat.jpg`)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5. How AMD powers it</a:t>
            </a:r>
          </a:p>
          <a:p>
            <a:r>
              <a:t>**All inference runs on AMD Token Factory: Gemma-4-31B-IT**</a:t>
            </a:r>
          </a:p>
          <a:p>
            <a:r>
              <a:t>- OpenAI-compatible chat completions, structured JSON output</a:t>
            </a:r>
          </a:p>
          <a:p>
            <a:r>
              <a:t>- Measured: diagnosis ≈ 6–9 s / ~1,000 tokens; chat answer ≈ 7 s / ~870 tokens</a:t>
            </a:r>
          </a:p>
          <a:p>
            <a:r>
              <a:t>- Retrieval-grounded prompts (manual + log, TF-IDF top-k)</a:t>
            </a:r>
          </a:p>
          <a:p>
            <a:r>
              <a:t>- Live panel: endpoint, model, latency per call, tokens used</a:t>
            </a:r>
          </a:p>
          <a:p>
            <a:r>
              <a:t>- Validation + graceful fallback for malformed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6. Measurable impact</a:t>
            </a:r>
          </a:p>
          <a:p>
            <a:r>
              <a:t>**39 hours earlier warning than a fixed vibration alarm** (demo data)</a:t>
            </a:r>
          </a:p>
          <a:p>
            <a:r>
              <a:t>- ≈ $195,000 of unplanned downtime avoidable at $5,000/h (configurable)</a:t>
            </a:r>
          </a:p>
          <a:p>
            <a:r>
              <a:t>- Cited, safety-aware actions in seconds instead of manual 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 Next steps</a:t>
            </a:r>
          </a:p>
          <a:p>
            <a:r>
              <a:t>- Live sensor streams (MQTT / OPC-UA)</a:t>
            </a:r>
          </a:p>
          <a:p>
            <a:r>
              <a:t>- Embedding retrieval and vision models for defect photos on AMD</a:t>
            </a:r>
          </a:p>
          <a:p>
            <a:r>
              <a:t>- CMMS work-order creation</a:t>
            </a:r>
          </a:p>
          <a:p>
            <a:r>
              <a:t>- Pilot on real plant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i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